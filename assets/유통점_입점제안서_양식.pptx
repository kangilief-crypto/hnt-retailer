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PJ8iI4avc4aQWi3REupoGLruS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303B8-4256-4BBD-A77A-3F2E05C0CAA1}" v="9" dt="2024-08-02T05:50:04.808"/>
  </p1510:revLst>
</p1510:revInfo>
</file>

<file path=ppt/tableStyles.xml><?xml version="1.0" encoding="utf-8"?>
<a:tblStyleLst xmlns:a="http://schemas.openxmlformats.org/drawingml/2006/main" def="{228E2DDD-64C4-4E1B-AB6A-D696CF58EF0E}">
  <a:tblStyle styleId="{228E2DDD-64C4-4E1B-AB6A-D696CF58EF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1520" y="1628800"/>
            <a:ext cx="8730968" cy="36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>
            <a:spLocks noGrp="1"/>
          </p:cNvSpPr>
          <p:nvPr>
            <p:ph type="ctrTitle"/>
          </p:nvPr>
        </p:nvSpPr>
        <p:spPr>
          <a:xfrm>
            <a:off x="2051720" y="2551204"/>
            <a:ext cx="5468144" cy="54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2BB8"/>
              </a:buClr>
              <a:buSzPts val="3600"/>
              <a:buFont typeface="Malgun Gothic"/>
              <a:buNone/>
              <a:defRPr sz="3600" b="1">
                <a:solidFill>
                  <a:srgbClr val="5E2BB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ubTitle" idx="1"/>
          </p:nvPr>
        </p:nvSpPr>
        <p:spPr>
          <a:xfrm>
            <a:off x="2051720" y="3332109"/>
            <a:ext cx="5468144" cy="42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E2BB8"/>
              </a:buClr>
              <a:buSzPts val="2400"/>
              <a:buNone/>
              <a:defRPr sz="2400">
                <a:solidFill>
                  <a:srgbClr val="5E2BB8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5972468" y="3999979"/>
            <a:ext cx="15473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000" y="432000"/>
            <a:ext cx="1728000" cy="339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21684"/>
            <a:ext cx="9144000" cy="49876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17"/>
          <p:cNvCxnSpPr/>
          <p:nvPr/>
        </p:nvCxnSpPr>
        <p:spPr>
          <a:xfrm>
            <a:off x="1063444" y="1035558"/>
            <a:ext cx="8096272" cy="1588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18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1928794" y="1234422"/>
            <a:ext cx="7054112" cy="512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3" name="Google Shape;23;p17"/>
          <p:cNvCxnSpPr/>
          <p:nvPr/>
        </p:nvCxnSpPr>
        <p:spPr>
          <a:xfrm>
            <a:off x="2686004" y="366731"/>
            <a:ext cx="6473712" cy="0"/>
          </a:xfrm>
          <a:prstGeom prst="straightConnector1">
            <a:avLst/>
          </a:prstGeom>
          <a:noFill/>
          <a:ln w="2857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7"/>
          <p:cNvSpPr/>
          <p:nvPr/>
        </p:nvSpPr>
        <p:spPr>
          <a:xfrm>
            <a:off x="2644" y="364680"/>
            <a:ext cx="1738289" cy="689124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5E2BB8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25" name="Google Shape;25;p17"/>
          <p:cNvCxnSpPr/>
          <p:nvPr/>
        </p:nvCxnSpPr>
        <p:spPr>
          <a:xfrm>
            <a:off x="1714480" y="366731"/>
            <a:ext cx="2217831" cy="0"/>
          </a:xfrm>
          <a:prstGeom prst="straightConnector1">
            <a:avLst/>
          </a:prstGeom>
          <a:noFill/>
          <a:ln w="28575" cap="flat" cmpd="sng">
            <a:solidFill>
              <a:srgbClr val="5E2B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7"/>
          <p:cNvSpPr/>
          <p:nvPr/>
        </p:nvSpPr>
        <p:spPr>
          <a:xfrm>
            <a:off x="1" y="1043607"/>
            <a:ext cx="1738289" cy="549096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" name="Google Shape;27;p17"/>
          <p:cNvSpPr/>
          <p:nvPr/>
        </p:nvSpPr>
        <p:spPr>
          <a:xfrm>
            <a:off x="1588" y="6542925"/>
            <a:ext cx="9142412" cy="31507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28" name="Google Shape;28;p17"/>
          <p:cNvCxnSpPr/>
          <p:nvPr/>
        </p:nvCxnSpPr>
        <p:spPr>
          <a:xfrm rot="10800000" flipH="1">
            <a:off x="0" y="6534576"/>
            <a:ext cx="9144000" cy="1094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500700" y="6492875"/>
            <a:ext cx="4822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E2BB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0" name="Google Shape;30;p17"/>
          <p:cNvSpPr/>
          <p:nvPr/>
        </p:nvSpPr>
        <p:spPr>
          <a:xfrm>
            <a:off x="71178" y="549436"/>
            <a:ext cx="288925" cy="287337"/>
          </a:xfrm>
          <a:prstGeom prst="ellipse">
            <a:avLst/>
          </a:prstGeom>
          <a:solidFill>
            <a:srgbClr val="08D1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00" y="6579370"/>
            <a:ext cx="1278072" cy="250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5668" y="201819"/>
            <a:ext cx="8952836" cy="4883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28" y="2620672"/>
            <a:ext cx="8917342" cy="428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5450" y="1207950"/>
            <a:ext cx="5713275" cy="571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928794" y="448818"/>
            <a:ext cx="6758006" cy="51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956687" y="1214422"/>
            <a:ext cx="6686568" cy="491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>
            <a:spLocks noGrp="1"/>
          </p:cNvSpPr>
          <p:nvPr>
            <p:ph type="ctrTitle"/>
          </p:nvPr>
        </p:nvSpPr>
        <p:spPr>
          <a:xfrm>
            <a:off x="1656605" y="2160331"/>
            <a:ext cx="58308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2BB8"/>
              </a:buClr>
              <a:buSzPts val="3200"/>
              <a:buFont typeface="Malgun Gothic"/>
              <a:buNone/>
            </a:pPr>
            <a:r>
              <a:rPr lang="ko-KR" altLang="en-US" sz="3200" dirty="0"/>
              <a:t>유통점 </a:t>
            </a:r>
            <a:r>
              <a:rPr lang="ko-KR" sz="3200" b="1" dirty="0">
                <a:latin typeface="Malgun Gothic"/>
                <a:ea typeface="Malgun Gothic"/>
                <a:cs typeface="Malgun Gothic"/>
                <a:sym typeface="Malgun Gothic"/>
              </a:rPr>
              <a:t>입점 제안서</a:t>
            </a:r>
            <a:endParaRPr dirty="0"/>
          </a:p>
        </p:txBody>
      </p:sp>
      <p:sp>
        <p:nvSpPr>
          <p:cNvPr id="41" name="Google Shape;41;p1"/>
          <p:cNvSpPr txBox="1">
            <a:spLocks noGrp="1"/>
          </p:cNvSpPr>
          <p:nvPr>
            <p:ph type="subTitle" idx="1"/>
          </p:nvPr>
        </p:nvSpPr>
        <p:spPr>
          <a:xfrm>
            <a:off x="1043608" y="3573016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2BB8"/>
              </a:buClr>
              <a:buSzPts val="2500"/>
              <a:buNone/>
            </a:pPr>
            <a:r>
              <a:rPr lang="ko-KR" sz="2500" b="1" dirty="0">
                <a:latin typeface="Malgun Gothic"/>
                <a:ea typeface="Malgun Gothic"/>
                <a:cs typeface="Malgun Gothic"/>
                <a:sym typeface="Malgun Gothic"/>
              </a:rPr>
              <a:t>여행사</a:t>
            </a:r>
            <a:endParaRPr sz="2500" b="1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"/>
          <p:cNvGrpSpPr/>
          <p:nvPr/>
        </p:nvGrpSpPr>
        <p:grpSpPr>
          <a:xfrm>
            <a:off x="154278" y="1236907"/>
            <a:ext cx="1417326" cy="2192093"/>
            <a:chOff x="154278" y="1236907"/>
            <a:chExt cx="1417326" cy="2192093"/>
          </a:xfrm>
        </p:grpSpPr>
        <p:sp>
          <p:nvSpPr>
            <p:cNvPr id="48" name="Google Shape;48;p2"/>
            <p:cNvSpPr/>
            <p:nvPr/>
          </p:nvSpPr>
          <p:spPr>
            <a:xfrm>
              <a:off x="160505" y="123690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5E2BB8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rgbClr val="5E2BB8"/>
                  </a:solidFill>
                  <a:latin typeface="Arial"/>
                  <a:ea typeface="Arial"/>
                  <a:cs typeface="Arial"/>
                  <a:sym typeface="Arial"/>
                </a:rPr>
                <a:t>① 회사 소개</a:t>
              </a:r>
              <a:endParaRPr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60505" y="2010773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③ 입점 사유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60505" y="162488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② 상권 분석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54278" y="238711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④ 운영 방향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56699" y="27551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⑤ 마케팅/프로모션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62596" y="31400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⑥ 영업부 추천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54" name="Google Shape;54;p2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838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320"/>
                        <a:buFont typeface="Noto Sans Symbols"/>
                        <a:buChar char="●"/>
                      </a:pPr>
                      <a:r>
                        <a:rPr lang="ko-KR" sz="11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회사소개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Google Shape;55;p2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회사소개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51218" y="492059"/>
            <a:ext cx="32861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회사소개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974015" y="1677156"/>
            <a:ext cx="648072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  사  명 :</a:t>
            </a:r>
            <a:endParaRPr sz="12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사업자 등록번호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      소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  표  자 :</a:t>
            </a:r>
            <a:endParaRPr sz="12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직원 현황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 본 금  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간략 소개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"/>
          <p:cNvGrpSpPr/>
          <p:nvPr/>
        </p:nvGrpSpPr>
        <p:grpSpPr>
          <a:xfrm>
            <a:off x="154278" y="1236907"/>
            <a:ext cx="1417326" cy="2192093"/>
            <a:chOff x="154278" y="1236907"/>
            <a:chExt cx="1417326" cy="2192093"/>
          </a:xfrm>
        </p:grpSpPr>
        <p:sp>
          <p:nvSpPr>
            <p:cNvPr id="82" name="Google Shape;82;p4"/>
            <p:cNvSpPr/>
            <p:nvPr/>
          </p:nvSpPr>
          <p:spPr>
            <a:xfrm>
              <a:off x="160505" y="123690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5E2BB8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rgbClr val="5E2BB8"/>
                  </a:solidFill>
                  <a:latin typeface="Arial"/>
                  <a:ea typeface="Arial"/>
                  <a:cs typeface="Arial"/>
                  <a:sym typeface="Arial"/>
                </a:rPr>
                <a:t>① 회사 소개</a:t>
              </a:r>
              <a:endParaRPr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60505" y="2010773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③ 입점 사유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160505" y="162488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② 상권 분석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154278" y="238711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④ 운영 방향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156699" y="27551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⑤ 마케팅/프로모션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162596" y="31400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⑥ 영업부 추천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8" name="Google Shape;88;p4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838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320"/>
                        <a:buFont typeface="Noto Sans Symbols"/>
                        <a:buChar char="●"/>
                      </a:pPr>
                      <a:r>
                        <a:rPr lang="ko-KR" sz="11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직원현황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" name="Google Shape;89;p4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회사소개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1218" y="492059"/>
            <a:ext cx="32861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직원현황</a:t>
            </a:r>
            <a:endParaRPr/>
          </a:p>
        </p:txBody>
      </p:sp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CB97BAED-E519-732A-553E-6722A69D66FD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7"/>
          <p:cNvGrpSpPr/>
          <p:nvPr/>
        </p:nvGrpSpPr>
        <p:grpSpPr>
          <a:xfrm>
            <a:off x="154278" y="1236907"/>
            <a:ext cx="1417326" cy="2192093"/>
            <a:chOff x="154278" y="1236907"/>
            <a:chExt cx="1417326" cy="2192093"/>
          </a:xfrm>
        </p:grpSpPr>
        <p:sp>
          <p:nvSpPr>
            <p:cNvPr id="133" name="Google Shape;133;p7"/>
            <p:cNvSpPr/>
            <p:nvPr/>
          </p:nvSpPr>
          <p:spPr>
            <a:xfrm>
              <a:off x="160505" y="123690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5E2BB8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rgbClr val="5E2BB8"/>
                  </a:solidFill>
                  <a:latin typeface="Arial"/>
                  <a:ea typeface="Arial"/>
                  <a:cs typeface="Arial"/>
                  <a:sym typeface="Arial"/>
                </a:rPr>
                <a:t>① 회사 소개</a:t>
              </a:r>
              <a:endParaRPr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160505" y="2010773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③ 입점 사유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160505" y="162488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② 상권 분석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154278" y="2387117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④ 운영 방향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156699" y="27551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⑤ 마케팅/프로모션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162596" y="3140075"/>
              <a:ext cx="1409008" cy="28892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BCBC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⑥ 영업부 추천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39" name="Google Shape;139;p7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8382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320"/>
                        <a:buFont typeface="Noto Sans Symbols"/>
                        <a:buChar char="●"/>
                      </a:pPr>
                      <a:r>
                        <a:rPr lang="ko-KR" sz="11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매출내역 및 실적 자료 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Google Shape;141;p7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회사소개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51218" y="492059"/>
            <a:ext cx="32861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실적 현황</a:t>
            </a:r>
            <a:endParaRPr/>
          </a:p>
        </p:txBody>
      </p:sp>
      <p:sp>
        <p:nvSpPr>
          <p:cNvPr id="3" name="Google Shape;158;p8">
            <a:extLst>
              <a:ext uri="{FF2B5EF4-FFF2-40B4-BE49-F238E27FC236}">
                <a16:creationId xmlns:a16="http://schemas.microsoft.com/office/drawing/2014/main" id="{7511B5E1-DEA4-6B89-352F-D7EFCE6347E2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8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입점 현장 방문 – 증빙자료 첨부 요망  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0" name="Google Shape;150;p8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② 상권 분석</a:t>
            </a:r>
            <a:endParaRPr sz="1100" b="0" i="0" u="none" strike="noStrike" cap="none">
              <a:solidFill>
                <a:srgbClr val="5E2B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56699" y="27551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62596" y="31400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상권 분석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상권 분석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51218" y="492059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326484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입점 사유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9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입점 사유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6" name="Google Shape;166;p9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rgbClr val="5E2B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상권 분석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56699" y="27551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62596" y="31400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입점 사유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974015" y="1677156"/>
            <a:ext cx="64807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51218" y="492059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79B7B5D6-AF58-DD93-10C2-42739945E207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업체 운영</a:t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운영 방향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상권 분석 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rgbClr val="5E2B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56699" y="27551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62596" y="31400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10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운영 방향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9" name="Google Shape;189;p10"/>
          <p:cNvSpPr txBox="1"/>
          <p:nvPr/>
        </p:nvSpPr>
        <p:spPr>
          <a:xfrm>
            <a:off x="51218" y="492059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9734FD26-4E7B-D2B6-F6E4-D58F3FBD7208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직원 운영</a:t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운영 방향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상권 분석 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rgbClr val="5E2B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56699" y="27551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62596" y="3140075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직원 운영 방향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11"/>
          <p:cNvSpPr txBox="1"/>
          <p:nvPr/>
        </p:nvSpPr>
        <p:spPr>
          <a:xfrm>
            <a:off x="51218" y="492059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p11"/>
          <p:cNvGraphicFramePr/>
          <p:nvPr/>
        </p:nvGraphicFramePr>
        <p:xfrm>
          <a:off x="1882041" y="3573016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직원 이력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E65B9D56-B6C3-B1C9-BCFD-00BC6A20C07B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158;p8">
            <a:extLst>
              <a:ext uri="{FF2B5EF4-FFF2-40B4-BE49-F238E27FC236}">
                <a16:creationId xmlns:a16="http://schemas.microsoft.com/office/drawing/2014/main" id="{1EFD44EF-FF4B-C218-C314-C1A4BBA63C6C}"/>
              </a:ext>
            </a:extLst>
          </p:cNvPr>
          <p:cNvSpPr/>
          <p:nvPr/>
        </p:nvSpPr>
        <p:spPr>
          <a:xfrm>
            <a:off x="1974015" y="4022340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마케팅/프로모션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마케팅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55755" y="492337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상권 분석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56699" y="3119804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9" name="Google Shape;219;p12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마케팅/프로모션 방안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0" name="Google Shape;220;p12"/>
          <p:cNvSpPr/>
          <p:nvPr/>
        </p:nvSpPr>
        <p:spPr>
          <a:xfrm>
            <a:off x="160330" y="2754868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100" b="0" i="0" u="none" strike="noStrike" cap="none">
              <a:solidFill>
                <a:srgbClr val="5E2B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5425E4D9-FEB2-4062-53F6-51A73BFCB925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>
            <a:spLocks noGrp="1"/>
          </p:cNvSpPr>
          <p:nvPr>
            <p:ph type="title"/>
          </p:nvPr>
        </p:nvSpPr>
        <p:spPr>
          <a:xfrm>
            <a:off x="1928794" y="428604"/>
            <a:ext cx="6758006" cy="57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/>
              <a:t>- 영업부 추천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300516" y="507726"/>
            <a:ext cx="15092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영업부 추천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47517" y="493493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60505" y="123690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 회사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60505" y="2010773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입점 사유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60505" y="162488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 상권 분석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54278" y="2387117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운영 방향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56699" y="3119804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5E2BB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rgbClr val="5E2BB8"/>
                </a:solidFill>
                <a:latin typeface="Arial"/>
                <a:ea typeface="Arial"/>
                <a:cs typeface="Arial"/>
                <a:sym typeface="Arial"/>
              </a:rPr>
              <a:t>⑥ 영업부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13"/>
          <p:cNvGraphicFramePr/>
          <p:nvPr/>
        </p:nvGraphicFramePr>
        <p:xfrm>
          <a:off x="1884733" y="1276121"/>
          <a:ext cx="6570000" cy="358775"/>
        </p:xfrm>
        <a:graphic>
          <a:graphicData uri="http://schemas.openxmlformats.org/drawingml/2006/table">
            <a:tbl>
              <a:tblPr>
                <a:noFill/>
                <a:tableStyleId>{228E2DDD-64C4-4E1B-AB6A-D696CF58EF0E}</a:tableStyleId>
              </a:tblPr>
              <a:tblGrid>
                <a:gridCol w="65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-10667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D1D9"/>
                        </a:buClr>
                        <a:buSzPts val="1680"/>
                        <a:buFont typeface="Noto Sans Symbols"/>
                        <a:buChar char="●"/>
                      </a:pPr>
                      <a:r>
                        <a:rPr lang="ko-KR" sz="1400" b="1" i="0" u="none" strike="noStrike" cap="none">
                          <a:solidFill>
                            <a:srgbClr val="4A688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영업부 추천</a:t>
                      </a:r>
                      <a:endParaRPr sz="1400" b="1" i="0" u="none" strike="noStrike" cap="none">
                        <a:solidFill>
                          <a:srgbClr val="4A688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76200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" name="Google Shape;235;p13"/>
          <p:cNvSpPr/>
          <p:nvPr/>
        </p:nvSpPr>
        <p:spPr>
          <a:xfrm>
            <a:off x="160330" y="2754868"/>
            <a:ext cx="1409008" cy="28892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CBCB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⑤ 마케팅/프로모션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1974015" y="1677156"/>
            <a:ext cx="648072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sz="12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58;p8">
            <a:extLst>
              <a:ext uri="{FF2B5EF4-FFF2-40B4-BE49-F238E27FC236}">
                <a16:creationId xmlns:a16="http://schemas.microsoft.com/office/drawing/2014/main" id="{3E9549E1-D89C-CDA4-2DA6-BC755F26856F}"/>
              </a:ext>
            </a:extLst>
          </p:cNvPr>
          <p:cNvSpPr/>
          <p:nvPr/>
        </p:nvSpPr>
        <p:spPr>
          <a:xfrm>
            <a:off x="1974015" y="1677156"/>
            <a:ext cx="6480720" cy="33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내용입력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0" y="6165850"/>
            <a:ext cx="9144000" cy="692150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가든</a:t>
            </a:r>
            <a:r>
              <a:rPr lang="ko-KR" sz="20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여행사</a:t>
            </a:r>
            <a:endParaRPr sz="20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0" y="616630"/>
            <a:ext cx="9144000" cy="692150"/>
          </a:xfrm>
          <a:prstGeom prst="rect">
            <a:avLst/>
          </a:prstGeom>
          <a:solidFill>
            <a:srgbClr val="08D1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1등 여행사의 1등 여행서비스 제공을 위해</a:t>
            </a:r>
            <a:endParaRPr sz="2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sz="20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최선을 다하겠습니다. 감사합니다.</a:t>
            </a:r>
            <a:endParaRPr sz="2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C3A89F25DE3804A8E3710AB58126C3D" ma:contentTypeVersion="19" ma:contentTypeDescription="새 문서를 만듭니다." ma:contentTypeScope="" ma:versionID="e9a5f285d679a67c47dcdb45d1d5ff5b">
  <xsd:schema xmlns:xsd="http://www.w3.org/2001/XMLSchema" xmlns:xs="http://www.w3.org/2001/XMLSchema" xmlns:p="http://schemas.microsoft.com/office/2006/metadata/properties" xmlns:ns2="e7a040c7-c225-4afa-9dcd-a07adbe05a57" xmlns:ns3="2b5aa2db-4b25-437a-b0b7-ad6e8f6a207c" targetNamespace="http://schemas.microsoft.com/office/2006/metadata/properties" ma:root="true" ma:fieldsID="cde95a4a9758e524374017661c13fb3c" ns2:_="" ns3:_="">
    <xsd:import namespace="e7a040c7-c225-4afa-9dcd-a07adbe05a57"/>
    <xsd:import namespace="2b5aa2db-4b25-437a-b0b7-ad6e8f6a20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a040c7-c225-4afa-9dcd-a07adbe05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ed8afb7-d9d1-4bb5-b4a8-fc35c2faa9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5aa2db-4b25-437a-b0b7-ad6e8f6a20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b85bd85-723d-4744-bfff-22234231133c}" ma:internalName="TaxCatchAll" ma:showField="CatchAllData" ma:web="2b5aa2db-4b25-437a-b0b7-ad6e8f6a20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a040c7-c225-4afa-9dcd-a07adbe05a57">
      <Terms xmlns="http://schemas.microsoft.com/office/infopath/2007/PartnerControls"/>
    </lcf76f155ced4ddcb4097134ff3c332f>
    <TaxCatchAll xmlns="2b5aa2db-4b25-437a-b0b7-ad6e8f6a207c" xsi:nil="true"/>
  </documentManagement>
</p:properties>
</file>

<file path=customXml/itemProps1.xml><?xml version="1.0" encoding="utf-8"?>
<ds:datastoreItem xmlns:ds="http://schemas.openxmlformats.org/officeDocument/2006/customXml" ds:itemID="{4A895B83-DAA0-47C9-844F-70A03331220E}"/>
</file>

<file path=customXml/itemProps2.xml><?xml version="1.0" encoding="utf-8"?>
<ds:datastoreItem xmlns:ds="http://schemas.openxmlformats.org/officeDocument/2006/customXml" ds:itemID="{6CF6D53A-FFD9-4A6B-80F6-B26224F2C50C}"/>
</file>

<file path=customXml/itemProps3.xml><?xml version="1.0" encoding="utf-8"?>
<ds:datastoreItem xmlns:ds="http://schemas.openxmlformats.org/officeDocument/2006/customXml" ds:itemID="{ED15D50F-7329-46C1-8128-AC40C72DBDD0}"/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324</Words>
  <Application>Microsoft Office PowerPoint</Application>
  <PresentationFormat>화면 슬라이드 쇼(4:3)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Symbols</vt:lpstr>
      <vt:lpstr>Gulim</vt:lpstr>
      <vt:lpstr>Malgun Gothic</vt:lpstr>
      <vt:lpstr>Arial</vt:lpstr>
      <vt:lpstr>Office 테마</vt:lpstr>
      <vt:lpstr>유통점 입점 제안서</vt:lpstr>
      <vt:lpstr>- 회사소개</vt:lpstr>
      <vt:lpstr>- 직원현황</vt:lpstr>
      <vt:lpstr>- 실적 현황</vt:lpstr>
      <vt:lpstr>- 상권 분석</vt:lpstr>
      <vt:lpstr>- 입점 사유</vt:lpstr>
      <vt:lpstr>- 업체 운영</vt:lpstr>
      <vt:lpstr>- 직원 운영</vt:lpstr>
      <vt:lpstr>- 마케팅/프로모션</vt:lpstr>
      <vt:lpstr>- 영업부 추천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창원 홈플러스 입점 제안서</dc:title>
  <dc:creator>hana</dc:creator>
  <cp:lastModifiedBy>이강일B</cp:lastModifiedBy>
  <cp:revision>24</cp:revision>
  <dcterms:created xsi:type="dcterms:W3CDTF">2011-06-17T04:06:51Z</dcterms:created>
  <dcterms:modified xsi:type="dcterms:W3CDTF">2024-08-02T05:50:45Z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0x0101003C3A89F25DE3804A8E3710AB58126C3D</vt:lpwstr>
  </property>
</Properties>
</file>